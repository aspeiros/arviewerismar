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0275213" cy="42803763"/>
  <p:notesSz cx="6858000" cy="9144000"/>
  <p:embeddedFontLst>
    <p:embeddedFont>
      <p:font typeface="Poppins" panose="00000500000000000000" pitchFamily="2" charset="0"/>
      <p:regular r:id="rId8"/>
      <p:bold r:id="rId9"/>
      <p:italic r:id="rId10"/>
      <p:boldItalic r:id="rId11"/>
    </p:embeddedFont>
    <p:embeddedFont>
      <p:font typeface="Tsukimi Rounded" panose="00000500000000000000" pitchFamily="2" charset="-128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12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2" d="100"/>
          <a:sy n="12" d="100"/>
        </p:scale>
        <p:origin x="274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, grafica, busta&#10;&#10;Il contenuto generato dall'IA potrebbe non essere corretto.">
            <a:extLst>
              <a:ext uri="{FF2B5EF4-FFF2-40B4-BE49-F238E27FC236}">
                <a16:creationId xmlns:a16="http://schemas.microsoft.com/office/drawing/2014/main" id="{A4F18940-A30E-9044-9FE7-4E313204EA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" y="0"/>
            <a:ext cx="30274123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8070851"/>
            <a:ext cx="26609040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11040" y="5120958"/>
            <a:ext cx="11230610" cy="18526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8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43F63EA-25A4-30CE-74A0-EB693CCD5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783550" y="39833550"/>
            <a:ext cx="7658100" cy="11430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E54017CA-F989-6C6E-8824-FE3DC894BE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2733867"/>
            <a:ext cx="12864570" cy="2634826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4A5625FC-AE68-F205-C420-AF9D39FF61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2733866"/>
            <a:ext cx="12864570" cy="2634826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266265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4AC6B0C1-F5AF-0E97-63A5-16568EE9F3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" y="0"/>
            <a:ext cx="30274123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1827213"/>
            <a:ext cx="18950464" cy="518318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3085" y="7911306"/>
            <a:ext cx="18950463" cy="25723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60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43F63EA-25A4-30CE-74A0-EB693CCD5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783550" y="39833550"/>
            <a:ext cx="7658100" cy="11430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A80B2049-DC1B-E43A-FD8F-51B67A7604F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1384609"/>
            <a:ext cx="12864570" cy="27697524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4" name="Segnaposto contenuto 10">
            <a:extLst>
              <a:ext uri="{FF2B5EF4-FFF2-40B4-BE49-F238E27FC236}">
                <a16:creationId xmlns:a16="http://schemas.microsoft.com/office/drawing/2014/main" id="{B1295153-7135-A25A-E9C4-7272426CB2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1384608"/>
            <a:ext cx="12864570" cy="27697524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3167020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8B796E01-870C-44C7-0361-17C67D0999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" y="0"/>
            <a:ext cx="30274123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7586766"/>
            <a:ext cx="26609040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2610" y="12256873"/>
            <a:ext cx="26609040" cy="18526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43F63EA-25A4-30CE-74A0-EB693CCD5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783550" y="39833550"/>
            <a:ext cx="7658100" cy="11430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C8D5A14B-C93E-7427-1116-4FA407A7BA0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4755915"/>
            <a:ext cx="12864570" cy="2415180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4" name="Segnaposto contenuto 10">
            <a:extLst>
              <a:ext uri="{FF2B5EF4-FFF2-40B4-BE49-F238E27FC236}">
                <a16:creationId xmlns:a16="http://schemas.microsoft.com/office/drawing/2014/main" id="{DE094E96-A050-E978-245A-2A65F738EEC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4755914"/>
            <a:ext cx="12864570" cy="2415180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35221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, statico, busta&#10;&#10;Il contenuto generato dall'IA potrebbe non essere corretto.">
            <a:extLst>
              <a:ext uri="{FF2B5EF4-FFF2-40B4-BE49-F238E27FC236}">
                <a16:creationId xmlns:a16="http://schemas.microsoft.com/office/drawing/2014/main" id="{8F971C2F-A3C7-4134-B8D1-52440E3743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" y="0"/>
            <a:ext cx="30274123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10300653"/>
            <a:ext cx="26608564" cy="402494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3085" y="1815306"/>
            <a:ext cx="6701315" cy="56218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8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43F63EA-25A4-30CE-74A0-EB693CCD5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783550" y="39833550"/>
            <a:ext cx="7658100" cy="11430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8FA7588B-86B6-10DC-0A0F-B80E9413C9C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4836140"/>
            <a:ext cx="12864570" cy="24245992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6" name="Segnaposto contenuto 10">
            <a:extLst>
              <a:ext uri="{FF2B5EF4-FFF2-40B4-BE49-F238E27FC236}">
                <a16:creationId xmlns:a16="http://schemas.microsoft.com/office/drawing/2014/main" id="{8BA2E987-9BCB-7029-EAF0-3A17051DDF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4836139"/>
            <a:ext cx="12864570" cy="24245992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275955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110A1C61-FE3E-9569-3B07-9EC3C8ED6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" y="0"/>
            <a:ext cx="30274123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303" y="4116598"/>
            <a:ext cx="24662606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11060" y="37203973"/>
            <a:ext cx="7557848" cy="40236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8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43F63EA-25A4-30CE-74A0-EB693CCD5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10808" y="2102145"/>
            <a:ext cx="7658100" cy="11430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7" name="Segnaposto contenuto 10">
            <a:extLst>
              <a:ext uri="{FF2B5EF4-FFF2-40B4-BE49-F238E27FC236}">
                <a16:creationId xmlns:a16="http://schemas.microsoft.com/office/drawing/2014/main" id="{E2F708D3-695D-A5D7-E688-039C629734A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806303" y="8743951"/>
            <a:ext cx="11891830" cy="27860624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9" name="Segnaposto contenuto 10">
            <a:extLst>
              <a:ext uri="{FF2B5EF4-FFF2-40B4-BE49-F238E27FC236}">
                <a16:creationId xmlns:a16="http://schemas.microsoft.com/office/drawing/2014/main" id="{8DDE796F-71EB-B96A-CDB1-3D5FBF4C9FB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8743951"/>
            <a:ext cx="11891828" cy="27860624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395466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, grafic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0367552F-8930-190D-460B-2677BE61A6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" y="0"/>
            <a:ext cx="30274123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1368846"/>
            <a:ext cx="26609040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2610" y="6038953"/>
            <a:ext cx="26609040" cy="18526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43F63EA-25A4-30CE-74A0-EB693CCD5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783550" y="39833550"/>
            <a:ext cx="7658100" cy="11430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7C3A670C-3A98-82E4-A18F-AF09FAB89D3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8537995"/>
            <a:ext cx="12864570" cy="2780940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6" name="Segnaposto contenuto 10">
            <a:extLst>
              <a:ext uri="{FF2B5EF4-FFF2-40B4-BE49-F238E27FC236}">
                <a16:creationId xmlns:a16="http://schemas.microsoft.com/office/drawing/2014/main" id="{DF0A2D17-ECD8-A85F-D3F7-D8A5BBB022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8537994"/>
            <a:ext cx="12864570" cy="2780940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358359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20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9000" b="1" kern="1200">
          <a:solidFill>
            <a:srgbClr val="3D1209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873350CC-6C64-9988-5926-1E6893C1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40720EC-6899-8FFC-6EC3-674637CB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3A636B12-BDC7-4C60-3EC7-CFF8E247B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368A7504-F15C-7217-E486-947788251E1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E675ACB0-769C-F921-A4B4-F0B5242168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71507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C7523D5B-C02E-EF54-95BE-E67CA1CF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A1A4B9F-91E5-7414-5D3B-F175896F12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4AEF885-F776-58F8-5795-AC5473EF4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AEF32EFF-47B2-D148-FB7D-2EAA05F3439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CC9EDD1D-6A86-3496-BF11-B2C5E24B96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63120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95BB7-4008-3C1E-E6B6-687F7658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577B2E-9BE5-B2B9-4C90-4F3C9A4A0C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4D2274B-5D47-A407-288F-0F5058DFEA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F358FC0-7913-7841-1A78-2A8C5187484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3D54B9C-FEC6-B3CD-0651-7DB4194A6F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0281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45B85D-88CF-48A6-51CB-AFC29E1A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7BEC5A-83B6-C6F7-1EEA-08F61AC20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272699-097C-E68C-844E-2822AD84AD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58943D2-B2F1-7A7D-A697-D47648B7239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A90FC99-9A06-AFF4-52EA-FF1575B4A3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874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15E063-12FB-37C8-549F-9ED5CCC4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FA7AF49-10D7-A01A-EC7C-3B4921194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2DE6BCA-6D51-92E0-4D19-9350D7F354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3DE8F8C0-B57C-4593-8E18-AC5F32E3DA9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E2B84AA-4705-EE1E-F9E6-2AF271B0BB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843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EFDFA6-DFF5-753F-2019-E7708E22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48DD57-1053-F388-F383-707A160F19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555C544-2D25-9EA2-BBC3-BFC33D245B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A132E37-2318-34A5-6C96-22F64252EA5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D3684AA-0E40-F2EC-CE72-70E4A0F339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1516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ersonalizzato 1">
      <a:dk1>
        <a:srgbClr val="3D1209"/>
      </a:dk1>
      <a:lt1>
        <a:srgbClr val="F4E8D4"/>
      </a:lt1>
      <a:dk2>
        <a:srgbClr val="000000"/>
      </a:dk2>
      <a:lt2>
        <a:srgbClr val="FFFFFF"/>
      </a:lt2>
      <a:accent1>
        <a:srgbClr val="3D1209"/>
      </a:accent1>
      <a:accent2>
        <a:srgbClr val="3D1209"/>
      </a:accent2>
      <a:accent3>
        <a:srgbClr val="3D1209"/>
      </a:accent3>
      <a:accent4>
        <a:srgbClr val="3D1209"/>
      </a:accent4>
      <a:accent5>
        <a:srgbClr val="3D1209"/>
      </a:accent5>
      <a:accent6>
        <a:srgbClr val="3D1209"/>
      </a:accent6>
      <a:hlink>
        <a:srgbClr val="008BF2"/>
      </a:hlink>
      <a:folHlink>
        <a:srgbClr val="EA5456"/>
      </a:folHlink>
    </a:clrScheme>
    <a:fontScheme name="Personalizzato 1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4CEA5269-11A5-4C8A-9FDD-8DD8C15580CC}" vid="{6783F982-2E37-48DD-88AC-DDCC387656D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F484618A9AB74880E55E2E10F75411" ma:contentTypeVersion="11" ma:contentTypeDescription="Creare un nuovo documento." ma:contentTypeScope="" ma:versionID="a15d79bda3ec1438000718dc8528d951">
  <xsd:schema xmlns:xsd="http://www.w3.org/2001/XMLSchema" xmlns:xs="http://www.w3.org/2001/XMLSchema" xmlns:p="http://schemas.microsoft.com/office/2006/metadata/properties" xmlns:ns2="88ed7b37-3ba4-4bc9-a588-874f0ef65ad9" xmlns:ns3="d26e846f-75c3-41c1-819f-7aea05b21a18" targetNamespace="http://schemas.microsoft.com/office/2006/metadata/properties" ma:root="true" ma:fieldsID="20c4b35e14bf92adf63591331e4c0160" ns2:_="" ns3:_="">
    <xsd:import namespace="88ed7b37-3ba4-4bc9-a588-874f0ef65ad9"/>
    <xsd:import namespace="d26e846f-75c3-41c1-819f-7aea05b21a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d7b37-3ba4-4bc9-a588-874f0ef65a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c5ef9682-6c55-4541-b5a3-cf23735ee8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6e846f-75c3-41c1-819f-7aea05b21a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df6a07-fd5e-4759-8814-fd6b6ef93338}" ma:internalName="TaxCatchAll" ma:showField="CatchAllData" ma:web="d26e846f-75c3-41c1-819f-7aea05b21a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6e846f-75c3-41c1-819f-7aea05b21a18" xsi:nil="true"/>
    <lcf76f155ced4ddcb4097134ff3c332f xmlns="88ed7b37-3ba4-4bc9-a588-874f0ef65ad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3281AB0-63A3-489D-9EFD-2A25514A0BA5}"/>
</file>

<file path=customXml/itemProps2.xml><?xml version="1.0" encoding="utf-8"?>
<ds:datastoreItem xmlns:ds="http://schemas.openxmlformats.org/officeDocument/2006/customXml" ds:itemID="{C304EBA1-EB44-42DB-9F4C-26193463DB99}"/>
</file>

<file path=customXml/itemProps3.xml><?xml version="1.0" encoding="utf-8"?>
<ds:datastoreItem xmlns:ds="http://schemas.openxmlformats.org/officeDocument/2006/customXml" ds:itemID="{CDC0E0B0-E285-4D77-91A3-6ECF062FA7A5}"/>
</file>

<file path=docProps/app.xml><?xml version="1.0" encoding="utf-8"?>
<Properties xmlns="http://schemas.openxmlformats.org/officeDocument/2006/extended-properties" xmlns:vt="http://schemas.openxmlformats.org/officeDocument/2006/docPropsVTypes">
  <Template>Poster_Template_ISMAR_2026</Template>
  <TotalTime>2</TotalTime>
  <Words>396</Words>
  <Application>Microsoft Office PowerPoint</Application>
  <PresentationFormat>Custom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Poppins</vt:lpstr>
      <vt:lpstr>Tsukimi Rounded</vt:lpstr>
      <vt:lpstr>Tema di Office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GENTILE DARIO</dc:creator>
  <cp:lastModifiedBy>GENTILE DARIO</cp:lastModifiedBy>
  <cp:revision>2</cp:revision>
  <dcterms:created xsi:type="dcterms:W3CDTF">2026-01-16T12:11:55Z</dcterms:created>
  <dcterms:modified xsi:type="dcterms:W3CDTF">2026-01-20T09:02:55Z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0x01010010F484618A9AB74880E55E2E10F75411</vt:lpwstr>
  </property>
</Properties>
</file>