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CED64AE-F3F3-3D26-F4DA-7F87E44161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6C4C7B-7A51-7C7F-BA70-B3A8AE1199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80A29-FCA3-4EE4-B729-B471DF007696}" type="datetimeFigureOut">
              <a:rPr lang="it-IT" smtClean="0"/>
              <a:t>20/01/2026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FBCE30D-A745-E5B4-BEB9-3A6A2A9BA9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5A8D82B-0453-37E6-9E72-9322198BC1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A30CF-A1DB-46C0-843B-F38D25C4731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97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ADEC0-61D0-4EF9-9C31-42818D89C011}" type="datetimeFigureOut">
              <a:rPr lang="it-IT" smtClean="0"/>
              <a:t>20/01/2026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8BFE2-1EFE-4699-81D9-9F5DCACF010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9948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testo, Carattere, biglietto da visita, grafica&#10;&#10;Il contenuto generato dall'IA potrebbe non essere corretto.">
            <a:extLst>
              <a:ext uri="{FF2B5EF4-FFF2-40B4-BE49-F238E27FC236}">
                <a16:creationId xmlns:a16="http://schemas.microsoft.com/office/drawing/2014/main" id="{E4F727AA-7B01-2D57-F824-DFB220D6C3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A786792-C22F-2078-7AF7-9235CAC557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94004"/>
            <a:ext cx="7178964" cy="1647142"/>
          </a:xfrm>
        </p:spPr>
        <p:txBody>
          <a:bodyPr anchor="t"/>
          <a:lstStyle>
            <a:lvl1pPr algn="l">
              <a:defRPr sz="2800"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BBEF062-53E6-1734-2BB6-2FDF36EF03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577671"/>
            <a:ext cx="7178964" cy="786677"/>
          </a:xfrm>
        </p:spPr>
        <p:txBody>
          <a:bodyPr/>
          <a:lstStyle>
            <a:lvl1pPr marL="0" indent="0" algn="l">
              <a:buNone/>
              <a:defRPr sz="18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First and Last Name, First and Last Name, First and Last Name, First and Last Name, First and Last Name</a:t>
            </a:r>
          </a:p>
        </p:txBody>
      </p:sp>
      <p:pic>
        <p:nvPicPr>
          <p:cNvPr id="5" name="Picture 4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A7F419B2-EB59-D124-FC42-D9145147E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54" y="257035"/>
            <a:ext cx="2385291" cy="238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6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&amp;_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text&#10;&#10;AI-generated content may be incorrect.">
            <a:extLst>
              <a:ext uri="{FF2B5EF4-FFF2-40B4-BE49-F238E27FC236}">
                <a16:creationId xmlns:a16="http://schemas.microsoft.com/office/drawing/2014/main" id="{75F5E37A-EC43-E266-427C-5DE1C8B639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409BD8D-9078-44FA-3F25-93E86EF24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Click to add second-level text</a:t>
            </a:r>
          </a:p>
          <a:p>
            <a:pPr lvl="2"/>
            <a:r>
              <a:rPr lang="en-US" dirty="0"/>
              <a:t>Click to add third-level text</a:t>
            </a:r>
          </a:p>
          <a:p>
            <a:pPr lvl="3"/>
            <a:r>
              <a:rPr lang="en-US" dirty="0"/>
              <a:t>Click to add fourth-level text</a:t>
            </a:r>
          </a:p>
          <a:p>
            <a:pPr lvl="4"/>
            <a:r>
              <a:rPr lang="en-US" dirty="0"/>
              <a:t>Click to add fifth-level text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AD74C3-EAB2-B9FB-45DB-DC728B8A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879122-EA06-7526-0FF9-7281FD66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4B80DD-7979-46C0-B271-EE96DA470A2A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16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ble_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screen with text&#10;&#10;AI-generated content may be incorrect.">
            <a:extLst>
              <a:ext uri="{FF2B5EF4-FFF2-40B4-BE49-F238E27FC236}">
                <a16:creationId xmlns:a16="http://schemas.microsoft.com/office/drawing/2014/main" id="{3B2D846B-DB9F-EFF4-A3F3-BD686E8556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115C982-65E2-27EB-1DD0-F445E7F5F5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7A89E-FFA4-2284-032E-0824A82B2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218"/>
            <a:ext cx="5181600" cy="4800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003A87-C130-EE3D-09E3-A3D1E45A5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6218"/>
            <a:ext cx="5181600" cy="4800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FB97A4-94FA-9305-9752-1AC4FEF0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838491-305E-85EF-9DF5-1A42DAB0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14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screen with text&#10;&#10;AI-generated content may be incorrect.">
            <a:extLst>
              <a:ext uri="{FF2B5EF4-FFF2-40B4-BE49-F238E27FC236}">
                <a16:creationId xmlns:a16="http://schemas.microsoft.com/office/drawing/2014/main" id="{045683B9-96EF-1B5E-C168-42B9BE53BB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0B517CC-F7DE-3085-05A5-E9B9A452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5126"/>
            <a:ext cx="7666903" cy="831706"/>
          </a:xfrm>
        </p:spPr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C3B9CC-C18B-B100-F6BE-DC8D7B2CF55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38372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A</a:t>
            </a:r>
            <a:r>
              <a:rPr lang="en-US" dirty="0"/>
              <a:t> Very Short Title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0C7903-A7EF-E483-5C1F-E5E5CF90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4524"/>
            <a:ext cx="5157787" cy="3795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252EE58-A6CC-0D8E-AFAF-0854A02905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38372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A</a:t>
            </a:r>
            <a:r>
              <a:rPr lang="en-US" dirty="0"/>
              <a:t> Very Short Title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B9B4D0B-841C-1EF8-6B40-FCA6934B4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4524"/>
            <a:ext cx="5183188" cy="3795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014B95E-7977-502B-4007-1132616B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1ECC19F-AAC0-C132-CDAC-A983C4DD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33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and yellow background&#10;&#10;AI-generated content may be incorrect.">
            <a:extLst>
              <a:ext uri="{FF2B5EF4-FFF2-40B4-BE49-F238E27FC236}">
                <a16:creationId xmlns:a16="http://schemas.microsoft.com/office/drawing/2014/main" id="{7DD8AF62-A24B-34BA-B750-6FE0FE9F4A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D7F7254-1CD4-0850-73E5-AE134A4B6E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Name of the Section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EF555C-9817-799A-1AEF-8D28426CB3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Very Short Subtitle of the Section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825582-08DB-B05A-CC60-89203F26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B69F15-C9E0-F8D3-A8D9-20511A93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113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&amp;_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at night with a bright light&#10;&#10;AI-generated content may be incorrect.">
            <a:extLst>
              <a:ext uri="{FF2B5EF4-FFF2-40B4-BE49-F238E27FC236}">
                <a16:creationId xmlns:a16="http://schemas.microsoft.com/office/drawing/2014/main" id="{ACFBCAFC-8FB7-AEF2-7E54-73E9087595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409BD8D-9078-44FA-3F25-93E86EF24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BE8251-9D64-5993-8ED8-353E0EFCDBD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Click to add second-level text</a:t>
            </a:r>
          </a:p>
          <a:p>
            <a:pPr lvl="2"/>
            <a:r>
              <a:rPr lang="en-US" dirty="0"/>
              <a:t>Click to add third-level text</a:t>
            </a:r>
          </a:p>
          <a:p>
            <a:pPr lvl="3"/>
            <a:r>
              <a:rPr lang="en-US" dirty="0"/>
              <a:t>Click to add fourth-level text</a:t>
            </a:r>
          </a:p>
          <a:p>
            <a:pPr lvl="4"/>
            <a:r>
              <a:rPr lang="en-US" dirty="0"/>
              <a:t>Click to add fifth-level text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AD74C3-EAB2-B9FB-45DB-DC728B8A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879122-EA06-7526-0FF9-7281FD66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4B80DD-7979-46C0-B271-EE96DA470A2A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662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ble_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at night with a bright light&#10;&#10;AI-generated content may be incorrect.">
            <a:extLst>
              <a:ext uri="{FF2B5EF4-FFF2-40B4-BE49-F238E27FC236}">
                <a16:creationId xmlns:a16="http://schemas.microsoft.com/office/drawing/2014/main" id="{F97085EC-7A16-BE80-35F0-EC6CC18EB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115C982-65E2-27EB-1DD0-F445E7F5F5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7A89E-FFA4-2284-032E-0824A82B2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218"/>
            <a:ext cx="5181600" cy="4800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003A87-C130-EE3D-09E3-A3D1E45A5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6218"/>
            <a:ext cx="5181600" cy="4800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FB97A4-94FA-9305-9752-1AC4FEF0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838491-305E-85EF-9DF5-1A42DAB0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06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ity at night with a bright light&#10;&#10;AI-generated content may be incorrect.">
            <a:extLst>
              <a:ext uri="{FF2B5EF4-FFF2-40B4-BE49-F238E27FC236}">
                <a16:creationId xmlns:a16="http://schemas.microsoft.com/office/drawing/2014/main" id="{6F89A40B-BF35-ED15-C24E-CEB2676D0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0B517CC-F7DE-3085-05A5-E9B9A452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5126"/>
            <a:ext cx="7666903" cy="831706"/>
          </a:xfrm>
        </p:spPr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C3B9CC-C18B-B100-F6BE-DC8D7B2CF55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38372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A</a:t>
            </a:r>
            <a:r>
              <a:rPr lang="en-US" dirty="0"/>
              <a:t> Very Short Title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0C7903-A7EF-E483-5C1F-E5E5CF90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4524"/>
            <a:ext cx="5157787" cy="3795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252EE58-A6CC-0D8E-AFAF-0854A02905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38372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A</a:t>
            </a:r>
            <a:r>
              <a:rPr lang="en-US" dirty="0"/>
              <a:t> Very Short Title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B9B4D0B-841C-1EF8-6B40-FCA6934B4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4524"/>
            <a:ext cx="5183188" cy="3795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014B95E-7977-502B-4007-1132616B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1ECC19F-AAC0-C132-CDAC-A983C4DD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66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of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uilding with a clock tower&#10;&#10;AI-generated content may be incorrect.">
            <a:extLst>
              <a:ext uri="{FF2B5EF4-FFF2-40B4-BE49-F238E27FC236}">
                <a16:creationId xmlns:a16="http://schemas.microsoft.com/office/drawing/2014/main" id="{2B039FDC-67D5-1B2A-7DA7-0F5D78968D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B07D91-0114-35DA-EE9D-70B01425C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7792" y="2427144"/>
            <a:ext cx="6005946" cy="8356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Thanks for your attention!</a:t>
            </a:r>
            <a:br>
              <a:rPr lang="en-US" dirty="0"/>
            </a:br>
            <a:r>
              <a:rPr lang="en-US" dirty="0"/>
              <a:t>Do you have any questions?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053A2-FD81-4DE9-3ABB-0BD8BCF9B7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137672" y="2427144"/>
            <a:ext cx="4256537" cy="835601"/>
          </a:xfrm>
        </p:spPr>
        <p:txBody>
          <a:bodyPr anchor="t"/>
          <a:lstStyle>
            <a:lvl1pPr algn="r">
              <a:defRPr/>
            </a:lvl1pPr>
          </a:lstStyle>
          <a:p>
            <a:pPr algn="r"/>
            <a:r>
              <a:rPr lang="en-US"/>
              <a:t>A Very Long Title, a Very Long Title , a Very Long Title , a Very Long Title , a Very Long Title , a Very Long Title , a Very Long Title</a:t>
            </a:r>
            <a:endParaRPr lang="it-IT" dirty="0"/>
          </a:p>
        </p:txBody>
      </p:sp>
      <p:pic>
        <p:nvPicPr>
          <p:cNvPr id="8" name="Picture 7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5416406B-B14D-620B-C888-31EDBC72F5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655" y="142620"/>
            <a:ext cx="1852435" cy="1852435"/>
          </a:xfrm>
          <a:prstGeom prst="rect">
            <a:avLst/>
          </a:prstGeom>
        </p:spPr>
      </p:pic>
      <p:sp>
        <p:nvSpPr>
          <p:cNvPr id="4" name="Segnaposto numero diapositiva 8">
            <a:extLst>
              <a:ext uri="{FF2B5EF4-FFF2-40B4-BE49-F238E27FC236}">
                <a16:creationId xmlns:a16="http://schemas.microsoft.com/office/drawing/2014/main" id="{179F1E30-BDAC-1679-EC9F-6859451B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2508" y="6404262"/>
            <a:ext cx="759695" cy="365125"/>
          </a:xfrm>
        </p:spPr>
        <p:txBody>
          <a:bodyPr/>
          <a:lstStyle/>
          <a:p>
            <a:fld id="{C14B80DD-7979-46C0-B271-EE96DA470A2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000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8590EE6-AD51-2099-D7AD-ED724663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68491" cy="835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D687FE-FEE7-8C92-F45E-115A5763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6218"/>
            <a:ext cx="10515600" cy="4800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Click to add second-level text</a:t>
            </a:r>
          </a:p>
          <a:p>
            <a:pPr lvl="2"/>
            <a:r>
              <a:rPr lang="en-US" dirty="0"/>
              <a:t>Click to add third-level text</a:t>
            </a:r>
          </a:p>
          <a:p>
            <a:pPr lvl="3"/>
            <a:r>
              <a:rPr lang="en-US" dirty="0"/>
              <a:t>Click to add fourth-level text</a:t>
            </a:r>
          </a:p>
          <a:p>
            <a:pPr lvl="4"/>
            <a:r>
              <a:rPr lang="en-US" dirty="0"/>
              <a:t>Click to add fifth-level text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2E12AC-A260-CFD4-9F2C-7B5EF2A82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91417" y="365125"/>
            <a:ext cx="2662381" cy="83170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A Very Long Title, a Very Long Title , a Very Long Title , a Very Long Title , a Very Long Title , a Very Long Title , a Very Long Title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8CD096-025D-8000-F2F5-C836A9ABB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2508" y="6404262"/>
            <a:ext cx="7596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4B80DD-7979-46C0-B271-EE96DA470A2A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02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8" r:id="rId6"/>
    <p:sldLayoutId id="2147483660" r:id="rId7"/>
    <p:sldLayoutId id="2147483662" r:id="rId8"/>
    <p:sldLayoutId id="2147483664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1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E779-3134-C03E-1DAC-135C5422A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 ,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29E20-0633-4065-E3AC-B766B83C7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First and Last Name, First and Last Name, First and Last Name, First and Last Name, First and Last Name,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D35A-1E25-7B49-84AA-CB182524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E417-D40B-275E-C25F-E43459947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Algorithms</a:t>
            </a:r>
          </a:p>
          <a:p>
            <a:r>
              <a:rPr lang="en-US" dirty="0"/>
              <a:t>Results</a:t>
            </a:r>
          </a:p>
          <a:p>
            <a:pPr lvl="1"/>
            <a:r>
              <a:rPr lang="en-US" dirty="0"/>
              <a:t>Performance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054EC-E246-FA41-4DA4-484388F4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 Very Long Title, a Very Long Title , a Very Long Title , a Very Long Title , a Very Long Title , a Very Long Title , a Very Long Title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BB058-069F-EE6B-5554-9CA92222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486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9B892E-A628-93E3-0C35-F20B70C8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Name of the </a:t>
            </a:r>
            <a:r>
              <a:rPr lang="it-IT" dirty="0" err="1"/>
              <a:t>Section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E8D961-F3BC-8D72-FA20-11157FFF5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Very</a:t>
            </a:r>
            <a:r>
              <a:rPr lang="it-IT" dirty="0"/>
              <a:t> Short </a:t>
            </a:r>
            <a:r>
              <a:rPr lang="it-IT" dirty="0" err="1"/>
              <a:t>Subtitle</a:t>
            </a:r>
            <a:r>
              <a:rPr lang="it-IT" dirty="0"/>
              <a:t> of the </a:t>
            </a:r>
            <a:r>
              <a:rPr lang="it-IT" dirty="0" err="1"/>
              <a:t>Section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04655-EB86-839F-0F80-F4DAF346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76C2B-9596-B10B-554C-039682B5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411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841A87-6BB9-45EC-5CD2-985DC7CE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Short, A </a:t>
            </a:r>
            <a:r>
              <a:rPr lang="it-IT" dirty="0" err="1"/>
              <a:t>Very</a:t>
            </a:r>
            <a:r>
              <a:rPr lang="it-IT" dirty="0"/>
              <a:t> Short Title,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Short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B34C5E-D203-F8D6-3D64-5FFD6CA4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Algorithms</a:t>
            </a:r>
          </a:p>
          <a:p>
            <a:r>
              <a:rPr lang="en-US" dirty="0"/>
              <a:t>Results</a:t>
            </a:r>
          </a:p>
          <a:p>
            <a:pPr lvl="1"/>
            <a:r>
              <a:rPr lang="en-US" dirty="0"/>
              <a:t>Performance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F37CE-2FCE-DF02-CD39-5AE8CA4F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Very Long Title, a Very Long Title , a Very Long Title , a Very Long Title , a Very Long Title , a Very Long Title , a Very Long Title</a:t>
            </a:r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DA08D-728C-1999-5D03-A9080579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902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06C99-6BEA-B61E-C880-11F65681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Thanks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!</a:t>
            </a:r>
            <a:br>
              <a:rPr lang="it-IT" dirty="0"/>
            </a:br>
            <a:r>
              <a:rPr lang="it-IT" dirty="0"/>
              <a:t>Do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questions</a:t>
            </a:r>
            <a:r>
              <a:rPr lang="it-IT" dirty="0"/>
              <a:t>?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5F49D-3478-D9C1-9678-38BF471473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A Very Long Title, a Very Long Title , a Very Long Title , a Very Long Title , a Very Long Title , a Very Long Title , a Very Long Title</a:t>
            </a:r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2332A-4F59-3066-7A03-E0FD9647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B80DD-7979-46C0-B271-EE96DA470A2A}" type="slidenum">
              <a:rPr lang="it-IT" smtClean="0"/>
              <a:t>5</a:t>
            </a:fld>
            <a:endParaRPr lang="it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0B508-3E92-30F8-2F84-2A547BCEF565}"/>
              </a:ext>
            </a:extLst>
          </p:cNvPr>
          <p:cNvSpPr txBox="1"/>
          <p:nvPr/>
        </p:nvSpPr>
        <p:spPr>
          <a:xfrm>
            <a:off x="838201" y="5137931"/>
            <a:ext cx="296688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it-IT" b="1" dirty="0"/>
              <a:t>*First and Last Name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15DB9-90FE-5EE8-79CC-4F67E36F7F6A}"/>
              </a:ext>
            </a:extLst>
          </p:cNvPr>
          <p:cNvSpPr txBox="1"/>
          <p:nvPr/>
        </p:nvSpPr>
        <p:spPr>
          <a:xfrm>
            <a:off x="838201" y="5455957"/>
            <a:ext cx="296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firstandlastname@institution.net</a:t>
            </a:r>
          </a:p>
          <a:p>
            <a:pPr algn="ctr"/>
            <a:r>
              <a:rPr lang="it-IT" sz="1200" dirty="0" err="1"/>
              <a:t>Orcid</a:t>
            </a:r>
            <a:r>
              <a:rPr lang="it-IT" sz="1200" dirty="0"/>
              <a:t>: 0000-0000-0000-0000</a:t>
            </a:r>
            <a:endParaRPr lang="en-US" sz="1200" dirty="0"/>
          </a:p>
        </p:txBody>
      </p:sp>
      <p:pic>
        <p:nvPicPr>
          <p:cNvPr id="7" name="Picture 6" descr="A red circle with a black background&#10;&#10;AI-generated content may be incorrect.">
            <a:extLst>
              <a:ext uri="{FF2B5EF4-FFF2-40B4-BE49-F238E27FC236}">
                <a16:creationId xmlns:a16="http://schemas.microsoft.com/office/drawing/2014/main" id="{6DB21996-04EE-5A1F-CC4C-A5D732070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99" y="3712454"/>
            <a:ext cx="1331489" cy="1331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A00E31-7384-A0A3-58F3-47B3E7EE9D1B}"/>
              </a:ext>
            </a:extLst>
          </p:cNvPr>
          <p:cNvSpPr txBox="1"/>
          <p:nvPr/>
        </p:nvSpPr>
        <p:spPr>
          <a:xfrm>
            <a:off x="4612558" y="5137931"/>
            <a:ext cx="296688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it-IT" b="1" dirty="0"/>
              <a:t>First and Last Name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D65D3-073B-4826-146A-4E9E5C865E30}"/>
              </a:ext>
            </a:extLst>
          </p:cNvPr>
          <p:cNvSpPr txBox="1"/>
          <p:nvPr/>
        </p:nvSpPr>
        <p:spPr>
          <a:xfrm>
            <a:off x="4612558" y="5455957"/>
            <a:ext cx="296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firstandlastname@institution.net</a:t>
            </a:r>
          </a:p>
          <a:p>
            <a:pPr algn="ctr"/>
            <a:r>
              <a:rPr lang="it-IT" sz="1200" dirty="0" err="1"/>
              <a:t>Orcid</a:t>
            </a:r>
            <a:r>
              <a:rPr lang="it-IT" sz="1200" dirty="0"/>
              <a:t>: 0000-0000-0000-0000</a:t>
            </a:r>
            <a:endParaRPr lang="en-US" sz="1200" dirty="0"/>
          </a:p>
        </p:txBody>
      </p:sp>
      <p:pic>
        <p:nvPicPr>
          <p:cNvPr id="10" name="Picture 9" descr="A red circle with a black background&#10;&#10;AI-generated content may be incorrect.">
            <a:extLst>
              <a:ext uri="{FF2B5EF4-FFF2-40B4-BE49-F238E27FC236}">
                <a16:creationId xmlns:a16="http://schemas.microsoft.com/office/drawing/2014/main" id="{8C8512ED-851B-B71D-C352-5E8C9529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255" y="3712454"/>
            <a:ext cx="1331489" cy="13314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B86B07-6E54-AF15-85C7-EA46BB3BEEA6}"/>
              </a:ext>
            </a:extLst>
          </p:cNvPr>
          <p:cNvSpPr txBox="1"/>
          <p:nvPr/>
        </p:nvSpPr>
        <p:spPr>
          <a:xfrm>
            <a:off x="8386915" y="5137931"/>
            <a:ext cx="296688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it-IT" b="1" dirty="0"/>
              <a:t>First and Last Name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63D11B-DFEC-639A-3B94-2F693ECE4CB0}"/>
              </a:ext>
            </a:extLst>
          </p:cNvPr>
          <p:cNvSpPr txBox="1"/>
          <p:nvPr/>
        </p:nvSpPr>
        <p:spPr>
          <a:xfrm>
            <a:off x="8386915" y="5455957"/>
            <a:ext cx="296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firstandlastname@institution.net</a:t>
            </a:r>
          </a:p>
          <a:p>
            <a:pPr algn="ctr"/>
            <a:r>
              <a:rPr lang="it-IT" sz="1200" dirty="0" err="1"/>
              <a:t>Orcid</a:t>
            </a:r>
            <a:r>
              <a:rPr lang="it-IT" sz="1200" dirty="0"/>
              <a:t>: 0000-0000-0000-0000</a:t>
            </a:r>
            <a:endParaRPr lang="en-US" sz="1200" dirty="0"/>
          </a:p>
        </p:txBody>
      </p:sp>
      <p:pic>
        <p:nvPicPr>
          <p:cNvPr id="13" name="Picture 12" descr="A red circle with a black background&#10;&#10;AI-generated content may be incorrect.">
            <a:extLst>
              <a:ext uri="{FF2B5EF4-FFF2-40B4-BE49-F238E27FC236}">
                <a16:creationId xmlns:a16="http://schemas.microsoft.com/office/drawing/2014/main" id="{BD5854EB-25D7-5927-D341-FA6AFC05A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612" y="3712454"/>
            <a:ext cx="1331489" cy="133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53042"/>
      </p:ext>
    </p:extLst>
  </p:cSld>
  <p:clrMapOvr>
    <a:masterClrMapping/>
  </p:clrMapOvr>
</p:sld>
</file>

<file path=ppt/theme/theme1.xml><?xml version="1.0" encoding="utf-8"?>
<a:theme xmlns:a="http://schemas.openxmlformats.org/drawingml/2006/main" name="ISMAR_2026_Template">
  <a:themeElements>
    <a:clrScheme name="Personalizzato 1">
      <a:dk1>
        <a:srgbClr val="3D1209"/>
      </a:dk1>
      <a:lt1>
        <a:srgbClr val="FFFFFF"/>
      </a:lt1>
      <a:dk2>
        <a:srgbClr val="000000"/>
      </a:dk2>
      <a:lt2>
        <a:srgbClr val="F4E8D4"/>
      </a:lt2>
      <a:accent1>
        <a:srgbClr val="3D1209"/>
      </a:accent1>
      <a:accent2>
        <a:srgbClr val="3D1209"/>
      </a:accent2>
      <a:accent3>
        <a:srgbClr val="3D1209"/>
      </a:accent3>
      <a:accent4>
        <a:srgbClr val="3D1209"/>
      </a:accent4>
      <a:accent5>
        <a:srgbClr val="3D1209"/>
      </a:accent5>
      <a:accent6>
        <a:srgbClr val="3D1209"/>
      </a:accent6>
      <a:hlink>
        <a:srgbClr val="008BF2"/>
      </a:hlink>
      <a:folHlink>
        <a:srgbClr val="EA5456"/>
      </a:folHlink>
    </a:clrScheme>
    <a:fontScheme name="Personalizzato 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r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_Template_ISMAR_2026_Model" id="{93970DB5-17E3-4EEF-9234-581D44BAAAB0}" vid="{9A7D5A79-47A1-445D-A3B0-FC225F3D1C7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F484618A9AB74880E55E2E10F75411" ma:contentTypeVersion="11" ma:contentTypeDescription="Creare un nuovo documento." ma:contentTypeScope="" ma:versionID="a15d79bda3ec1438000718dc8528d951">
  <xsd:schema xmlns:xsd="http://www.w3.org/2001/XMLSchema" xmlns:xs="http://www.w3.org/2001/XMLSchema" xmlns:p="http://schemas.microsoft.com/office/2006/metadata/properties" xmlns:ns2="88ed7b37-3ba4-4bc9-a588-874f0ef65ad9" xmlns:ns3="d26e846f-75c3-41c1-819f-7aea05b21a18" targetNamespace="http://schemas.microsoft.com/office/2006/metadata/properties" ma:root="true" ma:fieldsID="20c4b35e14bf92adf63591331e4c0160" ns2:_="" ns3:_="">
    <xsd:import namespace="88ed7b37-3ba4-4bc9-a588-874f0ef65ad9"/>
    <xsd:import namespace="d26e846f-75c3-41c1-819f-7aea05b21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7b37-3ba4-4bc9-a588-874f0ef65a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c5ef9682-6c55-4541-b5a3-cf23735ee8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6e846f-75c3-41c1-819f-7aea05b21a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df6a07-fd5e-4759-8814-fd6b6ef93338}" ma:internalName="TaxCatchAll" ma:showField="CatchAllData" ma:web="d26e846f-75c3-41c1-819f-7aea05b21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6e846f-75c3-41c1-819f-7aea05b21a18" xsi:nil="true"/>
    <lcf76f155ced4ddcb4097134ff3c332f xmlns="88ed7b37-3ba4-4bc9-a588-874f0ef65a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6E66237-F671-4A2D-A4C6-9E3DF0E7AAC7}"/>
</file>

<file path=customXml/itemProps2.xml><?xml version="1.0" encoding="utf-8"?>
<ds:datastoreItem xmlns:ds="http://schemas.openxmlformats.org/officeDocument/2006/customXml" ds:itemID="{8766CEC0-6EB2-45E5-B244-7D3EF02E7FBD}"/>
</file>

<file path=customXml/itemProps3.xml><?xml version="1.0" encoding="utf-8"?>
<ds:datastoreItem xmlns:ds="http://schemas.openxmlformats.org/officeDocument/2006/customXml" ds:itemID="{EE62CD76-5573-4162-A7A9-38E734F88D0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302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Poppins</vt:lpstr>
      <vt:lpstr>ISMAR_2026_Template</vt:lpstr>
      <vt:lpstr>A Very Long Title, a Very Long Title , a Very Long Title , a Very Long Title , a Very Long Title , a Very Long Title , a Very Long Title</vt:lpstr>
      <vt:lpstr>A Very Short Title, Very Very Short, A Very Short Title, Very Very Short</vt:lpstr>
      <vt:lpstr>Name of the Section</vt:lpstr>
      <vt:lpstr>A Very Short Title, Very Very Short, A Very Short Title, Very Very Short</vt:lpstr>
      <vt:lpstr>Thanks for your attention! Do you have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GENTILE DARIO</dc:creator>
  <cp:lastModifiedBy>GENTILE DARIO</cp:lastModifiedBy>
  <cp:revision>6</cp:revision>
  <dcterms:created xsi:type="dcterms:W3CDTF">2026-01-20T08:51:47Z</dcterms:created>
  <dcterms:modified xsi:type="dcterms:W3CDTF">2026-01-20T09:07:51Z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0x01010010F484618A9AB74880E55E2E10F75411</vt:lpwstr>
  </property>
</Properties>
</file>